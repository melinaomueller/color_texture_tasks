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9" r:id="rId3"/>
    <p:sldId id="257" r:id="rId4"/>
    <p:sldId id="260" r:id="rId5"/>
    <p:sldId id="258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75" d="100"/>
          <a:sy n="75" d="100"/>
        </p:scale>
        <p:origin x="198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E7A82-8A69-5541-88CD-88D779259891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B53DB-3619-0C40-BCAA-07E8F9ED1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3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B53DB-3619-0C40-BCAA-07E8F9ED17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2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Yellow-blue: </a:t>
            </a:r>
            <a:r>
              <a:rPr lang="en-US" dirty="0" err="1"/>
              <a:t>duochrome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B53DB-3619-0C40-BCAA-07E8F9ED17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47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CA00-6899-7440-E634-F7E42CE92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2F7D3-7775-085C-C1A5-FA5AA9E58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B44B-992D-E73C-1B74-EF7A98BC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9079F-76FB-D7D9-8514-6AB4B11A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34C31-EEC1-7EDC-0A22-6BC865E7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3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254F-E86E-A565-9ED1-1A9554E0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CDD79-627B-E5DA-2AB4-BB9FDCAA8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0BD2C-C96C-EC13-1579-F8D0D194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99302-F154-3822-6D2A-BDC07354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AC3B9-A845-4A4B-86A6-34044195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0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FB2D-4267-4754-0F63-B36A0D03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113C-FC25-E609-0D68-0539C018B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57E06-2686-E7FC-F7BA-3910AC6E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D8C23-70F4-8B31-D8F2-E0230BB7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CDC74-CC7E-B0F1-C883-121CAF93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EFAF-6897-9200-0CC9-44131ADC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BB8A6-C70B-F520-2C5C-287DFEE94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45BDD-6B66-93C6-C4BE-01515012A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0290D-1865-C204-8021-2BC295B4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D42F4-C86F-2F9E-DE86-42553E19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D43A-0907-FD5B-5DCF-F3BA2631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1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220C-9F3B-C2F0-CA85-E0132DD4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3BFCB-7E24-7422-2CA1-7E054F968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E76F-A1B4-92D2-BF52-FB2EB270B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4A7F7-3E90-C17E-5BB1-3F477C6DD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5F19D-5BCC-9ED5-7783-DA955518B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4E050E-700E-3BC0-3504-7EBC357C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9BB79-52CC-AFC3-4CE3-490EBCA51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A2239-71CD-B9F0-8572-7EDDAFA6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21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4ECD-66CF-05FF-F57B-F63BAF60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A32E-CCDB-52A0-C8D0-C73495E4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46F5B-51CD-EE31-F4A0-F66FA93E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E6F84-7509-E1E4-329A-85A92A7D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9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724AA-EDDF-5152-F04C-E8CE7D2C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00DA8-A756-5A04-7351-61AA6415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C0852-A23B-7B9B-3913-36D3FEC9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2E01-6871-D874-E562-18CD98CF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16BA-D48F-BB21-92B5-0B30263A9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C5C9-1C92-72F4-7561-C8B0F5778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FB44-4A2F-D627-CDF2-F8E353F5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54AA2-F7B4-02D1-7627-F766A2DE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094D6-463B-6628-DE23-94EF610F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3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635E-767C-0835-DADA-AC5F641B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E86BB-61F8-2C4E-121B-110DB3D14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11486-B3F6-75CF-7BCA-7675D88E0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75F5B-D9E4-D3D3-614B-2382376D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CDD79-5D75-3684-4160-6B0A843BA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7C4D9-3C00-4202-49F8-8D97C7CD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2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7A09-E669-8AAB-4226-3D72EE16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AA93C-49F0-9D13-A8CA-BFE6646F5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40E8D-BCC1-DD41-3EDD-B4DFA98F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EB830-54B1-FF7B-2BCD-54C6CDBC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D4B9-E74F-39FB-5286-AB91EFE6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2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244C5-4E84-C62C-B666-3195E6CFE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0037E-97C4-8161-5347-7BB76B258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3F99E-3DE2-3F64-F678-AEF8D9B6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6F49-F199-6061-9052-A322625A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D6756-C040-CD73-7BF2-116C17BA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6B3DEF-E54B-F490-FFDC-7AF08AB2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89F2C-0F6E-F888-99E0-6EE5CBAE2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87584-E0B3-355F-824A-8CA60ACA0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9205B-C642-6547-9319-5E4020A5A0D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3DDAC-2F6C-5B48-5428-C0AF7B2A9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524ED-FE4B-BB17-9205-85B524AFD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6F73-7975-7161-580F-9B73AE70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28ED-258E-2500-52FD-EA0B4974A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30986-EA07-694C-98AC-2A48AF55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52410"/>
            <a:ext cx="7772400" cy="204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17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2AB2-3040-FAF9-A3D7-CE7E9D61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BBA04-3E76-DE2D-D1D3-50E7ECF6C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123" y="3091376"/>
            <a:ext cx="7772400" cy="204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2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57AF-15B1-8157-E412-442EEF0C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A5409-0F43-929E-24D0-BC4229EF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38" y="0"/>
            <a:ext cx="9841523" cy="4064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462BC9-CDB7-48A9-9E09-8D87B665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238" y="4163450"/>
            <a:ext cx="9908864" cy="217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4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BFB0-660E-7F1E-D82B-41C3854B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---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FB792-A68A-356B-27F2-58794ABF0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6" r="3726"/>
          <a:stretch>
            <a:fillRect/>
          </a:stretch>
        </p:blipFill>
        <p:spPr>
          <a:xfrm>
            <a:off x="99646" y="0"/>
            <a:ext cx="6147119" cy="1752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471E1-E340-D189-A112-279CB0751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33" y="1975328"/>
            <a:ext cx="6518249" cy="1591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C2D76-0EF2-887A-C841-608374EFD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40" y="3789679"/>
            <a:ext cx="6518250" cy="164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9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AA46-F4F0-94B8-F03A-636809EB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1805-6AAD-3CA8-D2E8-2DCAC17A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8FB63-DA9A-449B-88C1-CE54B168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1" y="1361429"/>
            <a:ext cx="6704427" cy="413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3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5AF46C-236A-307F-60A5-981D2EE1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69594"/>
            <a:ext cx="7772400" cy="191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21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</Words>
  <Application>Microsoft Macintosh PowerPoint</Application>
  <PresentationFormat>Widescreen</PresentationFormat>
  <Paragraphs>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---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Mueller, Melina O</dc:creator>
  <cp:lastModifiedBy>Mueller, Melina O</cp:lastModifiedBy>
  <cp:revision>4</cp:revision>
  <dcterms:created xsi:type="dcterms:W3CDTF">2026-03-05T15:41:12Z</dcterms:created>
  <dcterms:modified xsi:type="dcterms:W3CDTF">2026-03-05T16:10:37Z</dcterms:modified>
</cp:coreProperties>
</file>