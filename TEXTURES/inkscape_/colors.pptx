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67"/>
    <p:restoredTop sz="73973"/>
  </p:normalViewPr>
  <p:slideViewPr>
    <p:cSldViewPr snapToGrid="0">
      <p:cViewPr varScale="1">
        <p:scale>
          <a:sx n="92" d="100"/>
          <a:sy n="92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4E7A82-8A69-5541-88CD-88D779259891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B53DB-3619-0C40-BCAA-07E8F9ED17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37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B53DB-3619-0C40-BCAA-07E8F9ED17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949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Oddball_emerald_0938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B53DB-3619-0C40-BCAA-07E8F9ED17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889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CB53DB-3619-0C40-BCAA-07E8F9ED17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28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CA00-6899-7440-E634-F7E42CE92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2F7D3-7775-085C-C1A5-FA5AA9E58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DB44B-992D-E73C-1B74-EF7A98BCF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9079F-76FB-D7D9-8514-6AB4B11A3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34C31-EEC1-7EDC-0A22-6BC865E7A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33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0254F-E86E-A565-9ED1-1A9554E0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CDD79-627B-E5DA-2AB4-BB9FDCAA8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0BD2C-C96C-EC13-1579-F8D0D194A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99302-F154-3822-6D2A-BDC07354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AC3B9-A845-4A4B-86A6-34044195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06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BFB2D-4267-4754-0F63-B36A0D03F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113C-FC25-E609-0D68-0539C018B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57E06-2686-E7FC-F7BA-3910AC6E4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D8C23-70F4-8B31-D8F2-E0230BB75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CDC74-CC7E-B0F1-C883-121CAF93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EFAF-6897-9200-0CC9-44131ADC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BB8A6-C70B-F520-2C5C-287DFEE94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B45BDD-6B66-93C6-C4BE-01515012A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0290D-1865-C204-8021-2BC295B4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D42F4-C86F-2F9E-DE86-42553E19B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D43A-0907-FD5B-5DCF-F3BA26315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1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A220C-9F3B-C2F0-CA85-E0132DD4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3BFCB-7E24-7422-2CA1-7E054F968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E76F-A1B4-92D2-BF52-FB2EB270B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4A7F7-3E90-C17E-5BB1-3F477C6DD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5F19D-5BCC-9ED5-7783-DA955518BD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4E050E-700E-3BC0-3504-7EBC357C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9BB79-52CC-AFC3-4CE3-490EBCA51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A2239-71CD-B9F0-8572-7EDDAFA6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121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84ECD-66CF-05FF-F57B-F63BAF60F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EA32E-CCDB-52A0-C8D0-C73495E4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46F5B-51CD-EE31-F4A0-F66FA93E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5E6F84-7509-E1E4-329A-85A92A7D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9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724AA-EDDF-5152-F04C-E8CE7D2C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400DA8-A756-5A04-7351-61AA6415F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C0852-A23B-7B9B-3913-36D3FEC9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3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A2E01-6871-D874-E562-18CD98CF5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316BA-D48F-BB21-92B5-0B30263A9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49C5C9-1C92-72F4-7561-C8B0F5778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0FB44-4A2F-D627-CDF2-F8E353F55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354AA2-F7B4-02D1-7627-F766A2DEA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094D6-463B-6628-DE23-94EF610F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33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635E-767C-0835-DADA-AC5F641B6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2E86BB-61F8-2C4E-121B-110DB3D142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11486-B3F6-75CF-7BCA-7675D88E0A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75F5B-D9E4-D3D3-614B-2382376D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BCDD79-5D75-3684-4160-6B0A843BA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7C4D9-3C00-4202-49F8-8D97C7CD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2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7A09-E669-8AAB-4226-3D72EE16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AA93C-49F0-9D13-A8CA-BFE6646F5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40E8D-BCC1-DD41-3EDD-B4DFA98F8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EB830-54B1-FF7B-2BCD-54C6CDBC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D4B9-E74F-39FB-5286-AB91EFE69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42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B244C5-4E84-C62C-B666-3195E6CFE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0037E-97C4-8161-5347-7BB76B258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3F99E-3DE2-3F64-F678-AEF8D9B6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26F49-F199-6061-9052-A322625A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D6756-C040-CD73-7BF2-116C17BA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2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6B3DEF-E54B-F490-FFDC-7AF08AB2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89F2C-0F6E-F888-99E0-6EE5CBAE2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87584-E0B3-355F-824A-8CA60ACA0D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19205B-C642-6547-9319-5E4020A5A0D2}" type="datetimeFigureOut">
              <a:rPr lang="en-US" smtClean="0"/>
              <a:t>3/7/26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3DDAC-2F6C-5B48-5428-C0AF7B2A9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524ED-FE4B-BB17-9205-85B524AFD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7A85C-0858-2B4D-A5BE-B099613378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16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3ED00F43-84B0-BF8D-60F3-39BC1347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911" y="165462"/>
            <a:ext cx="2160089" cy="2160089"/>
          </a:xfrm>
          <a:prstGeom prst="rect">
            <a:avLst/>
          </a:prstGeom>
        </p:spPr>
      </p:pic>
      <p:pic>
        <p:nvPicPr>
          <p:cNvPr id="7" name="Picture 6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DA9BC7E4-2558-35F5-CF65-064659D54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362" y="3316879"/>
            <a:ext cx="2032726" cy="2032726"/>
          </a:xfrm>
          <a:prstGeom prst="rect">
            <a:avLst/>
          </a:prstGeom>
        </p:spPr>
      </p:pic>
      <p:pic>
        <p:nvPicPr>
          <p:cNvPr id="11" name="Picture 10" descr="A close up of a pattern&#10;&#10;AI-generated content may be incorrect.">
            <a:extLst>
              <a:ext uri="{FF2B5EF4-FFF2-40B4-BE49-F238E27FC236}">
                <a16:creationId xmlns:a16="http://schemas.microsoft.com/office/drawing/2014/main" id="{A61C159A-7ADE-041E-92F1-37397DBC25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911" y="3316876"/>
            <a:ext cx="2032727" cy="2032727"/>
          </a:xfrm>
          <a:prstGeom prst="rect">
            <a:avLst/>
          </a:prstGeom>
        </p:spPr>
      </p:pic>
      <p:pic>
        <p:nvPicPr>
          <p:cNvPr id="13" name="Picture 12" descr="A close up of a pattern&#10;&#10;AI-generated content may be incorrect.">
            <a:extLst>
              <a:ext uri="{FF2B5EF4-FFF2-40B4-BE49-F238E27FC236}">
                <a16:creationId xmlns:a16="http://schemas.microsoft.com/office/drawing/2014/main" id="{556B78F0-4330-2AAC-444D-DC34FD34C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6172" y="3316876"/>
            <a:ext cx="2032727" cy="20327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9BB80D-A739-4CD8-8F49-3EADF7B51B3D}"/>
              </a:ext>
            </a:extLst>
          </p:cNvPr>
          <p:cNvSpPr txBox="1"/>
          <p:nvPr/>
        </p:nvSpPr>
        <p:spPr>
          <a:xfrm>
            <a:off x="3352800" y="558800"/>
            <a:ext cx="105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Pearl (study)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D82AF3-9079-E73E-DF91-17E76B29B799}"/>
              </a:ext>
            </a:extLst>
          </p:cNvPr>
          <p:cNvSpPr txBox="1"/>
          <p:nvPr/>
        </p:nvSpPr>
        <p:spPr>
          <a:xfrm>
            <a:off x="1956160" y="2915166"/>
            <a:ext cx="1677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Pearl (Match)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B44B7B-A6C0-D728-032C-1C9EB68D2D12}"/>
              </a:ext>
            </a:extLst>
          </p:cNvPr>
          <p:cNvSpPr txBox="1"/>
          <p:nvPr/>
        </p:nvSpPr>
        <p:spPr>
          <a:xfrm>
            <a:off x="5565230" y="2730500"/>
            <a:ext cx="67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flint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D62115-8E8C-C5CC-60DB-40EEB6981876}"/>
              </a:ext>
            </a:extLst>
          </p:cNvPr>
          <p:cNvSpPr txBox="1"/>
          <p:nvPr/>
        </p:nvSpPr>
        <p:spPr>
          <a:xfrm>
            <a:off x="8892810" y="2730500"/>
            <a:ext cx="679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flint</a:t>
            </a:r>
          </a:p>
        </p:txBody>
      </p:sp>
    </p:spTree>
    <p:extLst>
      <p:ext uri="{BB962C8B-B14F-4D97-AF65-F5344CB8AC3E}">
        <p14:creationId xmlns:p14="http://schemas.microsoft.com/office/powerpoint/2010/main" val="3981823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B420E33-DE50-9B18-BB88-025FFCF4AA54}"/>
              </a:ext>
            </a:extLst>
          </p:cNvPr>
          <p:cNvSpPr txBox="1"/>
          <p:nvPr/>
        </p:nvSpPr>
        <p:spPr>
          <a:xfrm>
            <a:off x="3759200" y="1309688"/>
            <a:ext cx="11049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emerald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C6A13E-EAFC-B543-F9BD-14603B89AF74}"/>
              </a:ext>
            </a:extLst>
          </p:cNvPr>
          <p:cNvSpPr txBox="1"/>
          <p:nvPr/>
        </p:nvSpPr>
        <p:spPr>
          <a:xfrm>
            <a:off x="1816100" y="3621088"/>
            <a:ext cx="199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Emerald (match)</a:t>
            </a:r>
          </a:p>
        </p:txBody>
      </p:sp>
      <p:pic>
        <p:nvPicPr>
          <p:cNvPr id="17" name="Picture 16" descr="A green and black squares&#10;&#10;AI-generated content may be incorrect.">
            <a:extLst>
              <a:ext uri="{FF2B5EF4-FFF2-40B4-BE49-F238E27FC236}">
                <a16:creationId xmlns:a16="http://schemas.microsoft.com/office/drawing/2014/main" id="{01F0D466-C830-8061-9643-AE587F6E2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050" y="4240212"/>
            <a:ext cx="2124632" cy="212463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6D30898-8DC1-F322-2BA2-D158EDAA7673}"/>
              </a:ext>
            </a:extLst>
          </p:cNvPr>
          <p:cNvSpPr txBox="1"/>
          <p:nvPr/>
        </p:nvSpPr>
        <p:spPr>
          <a:xfrm>
            <a:off x="5718969" y="3731181"/>
            <a:ext cx="76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8AC9D6-A30A-CACB-7A30-04E7306310CA}"/>
              </a:ext>
            </a:extLst>
          </p:cNvPr>
          <p:cNvSpPr txBox="1"/>
          <p:nvPr/>
        </p:nvSpPr>
        <p:spPr>
          <a:xfrm>
            <a:off x="9389269" y="3731181"/>
            <a:ext cx="76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Jade</a:t>
            </a:r>
          </a:p>
        </p:txBody>
      </p:sp>
      <p:pic>
        <p:nvPicPr>
          <p:cNvPr id="21" name="Picture 20" descr="A green and black squares&#10;&#10;AI-generated content may be incorrect.">
            <a:extLst>
              <a:ext uri="{FF2B5EF4-FFF2-40B4-BE49-F238E27FC236}">
                <a16:creationId xmlns:a16="http://schemas.microsoft.com/office/drawing/2014/main" id="{5F866481-0727-CDB4-462A-CFD3A106D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4189412"/>
            <a:ext cx="2058988" cy="2058988"/>
          </a:xfrm>
          <a:prstGeom prst="rect">
            <a:avLst/>
          </a:prstGeom>
        </p:spPr>
      </p:pic>
      <p:pic>
        <p:nvPicPr>
          <p:cNvPr id="31" name="Picture 30" descr="A green squares with different shades of green&#10;&#10;AI-generated content may be incorrect.">
            <a:extLst>
              <a:ext uri="{FF2B5EF4-FFF2-40B4-BE49-F238E27FC236}">
                <a16:creationId xmlns:a16="http://schemas.microsoft.com/office/drawing/2014/main" id="{89F85E64-B736-3F80-D99D-7AEDDB53A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9051" y="785812"/>
            <a:ext cx="2008187" cy="2008187"/>
          </a:xfrm>
          <a:prstGeom prst="rect">
            <a:avLst/>
          </a:prstGeom>
        </p:spPr>
      </p:pic>
      <p:pic>
        <p:nvPicPr>
          <p:cNvPr id="33" name="Picture 32" descr="A green and grey squares&#10;&#10;AI-generated content may be incorrect.">
            <a:extLst>
              <a:ext uri="{FF2B5EF4-FFF2-40B4-BE49-F238E27FC236}">
                <a16:creationId xmlns:a16="http://schemas.microsoft.com/office/drawing/2014/main" id="{08AE0C40-828C-8C14-CEE1-B2540D233D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6480" y="4240212"/>
            <a:ext cx="2124632" cy="212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373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EF400-C1D8-A931-5B4B-7E97B46D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0" y="619126"/>
            <a:ext cx="1524000" cy="509588"/>
          </a:xfrm>
        </p:spPr>
        <p:txBody>
          <a:bodyPr>
            <a:normAutofit/>
          </a:bodyPr>
          <a:lstStyle/>
          <a:p>
            <a:r>
              <a:rPr lang="en-US" sz="2400" dirty="0"/>
              <a:t>sapphire</a:t>
            </a:r>
          </a:p>
        </p:txBody>
      </p:sp>
      <p:pic>
        <p:nvPicPr>
          <p:cNvPr id="7" name="Picture 6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5059A988-DF37-CFE5-07EE-FB3456A55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4014787"/>
            <a:ext cx="1968500" cy="19685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407528-0581-C3FF-0269-2278C38D8F7F}"/>
              </a:ext>
            </a:extLst>
          </p:cNvPr>
          <p:cNvSpPr txBox="1">
            <a:spLocks/>
          </p:cNvSpPr>
          <p:nvPr/>
        </p:nvSpPr>
        <p:spPr>
          <a:xfrm>
            <a:off x="1987550" y="3286126"/>
            <a:ext cx="1524000" cy="509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sapphire</a:t>
            </a:r>
          </a:p>
        </p:txBody>
      </p:sp>
      <p:pic>
        <p:nvPicPr>
          <p:cNvPr id="10" name="Picture 9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C6DE5EF0-C119-94AC-A461-597571526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0" y="4014787"/>
            <a:ext cx="1968500" cy="1968500"/>
          </a:xfrm>
          <a:prstGeom prst="rect">
            <a:avLst/>
          </a:prstGeom>
        </p:spPr>
      </p:pic>
      <p:pic>
        <p:nvPicPr>
          <p:cNvPr id="16" name="Picture 15" descr="A close up of a pattern&#10;&#10;AI-generated content may be incorrect.">
            <a:extLst>
              <a:ext uri="{FF2B5EF4-FFF2-40B4-BE49-F238E27FC236}">
                <a16:creationId xmlns:a16="http://schemas.microsoft.com/office/drawing/2014/main" id="{9B15039F-F63A-824A-17B2-9BEC46C3A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199" y="4014786"/>
            <a:ext cx="1968501" cy="1968501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4F0DE45-44C9-38BF-C751-43D9BE0945CB}"/>
              </a:ext>
            </a:extLst>
          </p:cNvPr>
          <p:cNvSpPr txBox="1">
            <a:spLocks/>
          </p:cNvSpPr>
          <p:nvPr/>
        </p:nvSpPr>
        <p:spPr>
          <a:xfrm>
            <a:off x="5334000" y="3429000"/>
            <a:ext cx="1524000" cy="509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tin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B31557EE-6521-A50D-3F42-7E028E7AD5BE}"/>
              </a:ext>
            </a:extLst>
          </p:cNvPr>
          <p:cNvSpPr txBox="1">
            <a:spLocks/>
          </p:cNvSpPr>
          <p:nvPr/>
        </p:nvSpPr>
        <p:spPr>
          <a:xfrm>
            <a:off x="8902700" y="3452020"/>
            <a:ext cx="1524000" cy="509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tin</a:t>
            </a:r>
          </a:p>
        </p:txBody>
      </p:sp>
      <p:pic>
        <p:nvPicPr>
          <p:cNvPr id="24" name="Picture 23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291CC960-3F2D-471D-B159-CD7BE369D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6199" y="1320799"/>
            <a:ext cx="1701801" cy="170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brown squares&#10;&#10;AI-generated content may be incorrect.">
            <a:extLst>
              <a:ext uri="{FF2B5EF4-FFF2-40B4-BE49-F238E27FC236}">
                <a16:creationId xmlns:a16="http://schemas.microsoft.com/office/drawing/2014/main" id="{E79EECF8-845F-FFE3-47F3-6E8599A4C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8936" y="2552700"/>
            <a:ext cx="2049464" cy="2049464"/>
          </a:xfrm>
          <a:prstGeom prst="rect">
            <a:avLst/>
          </a:prstGeom>
        </p:spPr>
      </p:pic>
      <p:pic>
        <p:nvPicPr>
          <p:cNvPr id="9" name="Picture 8" descr="A yellow and brown squares&#10;&#10;AI-generated content may be incorrect.">
            <a:extLst>
              <a:ext uri="{FF2B5EF4-FFF2-40B4-BE49-F238E27FC236}">
                <a16:creationId xmlns:a16="http://schemas.microsoft.com/office/drawing/2014/main" id="{CAAAD2D7-5D22-A24A-5C86-4EBFD1531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836" y="2552700"/>
            <a:ext cx="2049464" cy="2049464"/>
          </a:xfrm>
          <a:prstGeom prst="rect">
            <a:avLst/>
          </a:prstGeom>
        </p:spPr>
      </p:pic>
      <p:pic>
        <p:nvPicPr>
          <p:cNvPr id="11" name="Picture 10" descr="A close up of a pattern&#10;&#10;AI-generated content may be incorrect.">
            <a:extLst>
              <a:ext uri="{FF2B5EF4-FFF2-40B4-BE49-F238E27FC236}">
                <a16:creationId xmlns:a16="http://schemas.microsoft.com/office/drawing/2014/main" id="{5B046DBB-D1BF-12C3-0242-47AED75F3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054" y="2552700"/>
            <a:ext cx="2049464" cy="20494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A444C0-DE08-080A-6667-9B3B520A8E80}"/>
              </a:ext>
            </a:extLst>
          </p:cNvPr>
          <p:cNvSpPr txBox="1"/>
          <p:nvPr/>
        </p:nvSpPr>
        <p:spPr>
          <a:xfrm>
            <a:off x="6205536" y="1511300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gelatin</a:t>
            </a:r>
          </a:p>
        </p:txBody>
      </p:sp>
      <p:pic>
        <p:nvPicPr>
          <p:cNvPr id="16" name="Picture 15" descr="A close up of a pattern&#10;&#10;AI-generated content may be incorrect.">
            <a:extLst>
              <a:ext uri="{FF2B5EF4-FFF2-40B4-BE49-F238E27FC236}">
                <a16:creationId xmlns:a16="http://schemas.microsoft.com/office/drawing/2014/main" id="{1DFDBB04-CC33-3A4C-F696-06E5AB746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8954" y="2552700"/>
            <a:ext cx="2049464" cy="20494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E007726-E1A2-F6D0-01E6-5DAAF6B8A99B}"/>
              </a:ext>
            </a:extLst>
          </p:cNvPr>
          <p:cNvSpPr txBox="1"/>
          <p:nvPr/>
        </p:nvSpPr>
        <p:spPr>
          <a:xfrm>
            <a:off x="963213" y="1739612"/>
            <a:ext cx="37409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Sandstone (oddball)</a:t>
            </a:r>
          </a:p>
        </p:txBody>
      </p:sp>
    </p:spTree>
    <p:extLst>
      <p:ext uri="{BB962C8B-B14F-4D97-AF65-F5344CB8AC3E}">
        <p14:creationId xmlns:p14="http://schemas.microsoft.com/office/powerpoint/2010/main" val="1733294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EB914-9473-018E-2E16-0E2A04471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0" y="1739900"/>
            <a:ext cx="2959100" cy="420688"/>
          </a:xfrm>
        </p:spPr>
        <p:txBody>
          <a:bodyPr>
            <a:normAutofit fontScale="90000"/>
          </a:bodyPr>
          <a:lstStyle/>
          <a:p>
            <a:r>
              <a:rPr lang="en-US" dirty="0"/>
              <a:t>playdough</a:t>
            </a:r>
          </a:p>
        </p:txBody>
      </p:sp>
      <p:pic>
        <p:nvPicPr>
          <p:cNvPr id="5" name="Content Placeholder 4" descr="A colorful squares with different shades of red and green&#10;&#10;AI-generated content may be incorrect.">
            <a:extLst>
              <a:ext uri="{FF2B5EF4-FFF2-40B4-BE49-F238E27FC236}">
                <a16:creationId xmlns:a16="http://schemas.microsoft.com/office/drawing/2014/main" id="{5312AF47-9BD2-AACD-3602-1D4CCA7E6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80500" y="2628900"/>
            <a:ext cx="1955800" cy="1955800"/>
          </a:xfrm>
          <a:prstGeom prst="rect">
            <a:avLst/>
          </a:prstGeom>
        </p:spPr>
      </p:pic>
      <p:pic>
        <p:nvPicPr>
          <p:cNvPr id="7" name="Picture 6" descr="A colorful squares with different colors&#10;&#10;AI-generated content may be incorrect.">
            <a:extLst>
              <a:ext uri="{FF2B5EF4-FFF2-40B4-BE49-F238E27FC236}">
                <a16:creationId xmlns:a16="http://schemas.microsoft.com/office/drawing/2014/main" id="{6EDEA62B-53CC-8E94-76D9-500E26710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800" y="2628900"/>
            <a:ext cx="1955800" cy="1955800"/>
          </a:xfrm>
          <a:prstGeom prst="rect">
            <a:avLst/>
          </a:prstGeom>
        </p:spPr>
      </p:pic>
      <p:pic>
        <p:nvPicPr>
          <p:cNvPr id="9" name="Picture 8" descr="A colorful squares with different colors&#10;&#10;AI-generated content may be incorrect.">
            <a:extLst>
              <a:ext uri="{FF2B5EF4-FFF2-40B4-BE49-F238E27FC236}">
                <a16:creationId xmlns:a16="http://schemas.microsoft.com/office/drawing/2014/main" id="{23CDBC70-6209-3F1C-B8B4-33C926361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7100" y="2628900"/>
            <a:ext cx="1955800" cy="1955800"/>
          </a:xfrm>
          <a:prstGeom prst="rect">
            <a:avLst/>
          </a:prstGeom>
        </p:spPr>
      </p:pic>
      <p:pic>
        <p:nvPicPr>
          <p:cNvPr id="11" name="Picture 10" descr="A grey and white squares&#10;&#10;AI-generated content may be incorrect.">
            <a:extLst>
              <a:ext uri="{FF2B5EF4-FFF2-40B4-BE49-F238E27FC236}">
                <a16:creationId xmlns:a16="http://schemas.microsoft.com/office/drawing/2014/main" id="{88344FD5-8B9D-3A6D-4992-E0196236D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800" y="2628900"/>
            <a:ext cx="1955800" cy="19558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F91D56B-9C3D-3CFD-CD65-876C0ECA4198}"/>
              </a:ext>
            </a:extLst>
          </p:cNvPr>
          <p:cNvSpPr txBox="1">
            <a:spLocks/>
          </p:cNvSpPr>
          <p:nvPr/>
        </p:nvSpPr>
        <p:spPr>
          <a:xfrm>
            <a:off x="2463800" y="1763712"/>
            <a:ext cx="2959100" cy="420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Cobalt (oddball)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65FD782-9A0B-6203-18DE-412F9C0E64AF}"/>
              </a:ext>
            </a:extLst>
          </p:cNvPr>
          <p:cNvSpPr txBox="1">
            <a:spLocks/>
          </p:cNvSpPr>
          <p:nvPr/>
        </p:nvSpPr>
        <p:spPr>
          <a:xfrm>
            <a:off x="266700" y="696912"/>
            <a:ext cx="2959100" cy="4206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This one is super easy</a:t>
            </a:r>
          </a:p>
        </p:txBody>
      </p:sp>
    </p:spTree>
    <p:extLst>
      <p:ext uri="{BB962C8B-B14F-4D97-AF65-F5344CB8AC3E}">
        <p14:creationId xmlns:p14="http://schemas.microsoft.com/office/powerpoint/2010/main" val="392834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7481-4CC3-4F4B-4C80-5C59180B6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0" y="1955800"/>
            <a:ext cx="2933700" cy="661988"/>
          </a:xfrm>
        </p:spPr>
        <p:txBody>
          <a:bodyPr>
            <a:normAutofit fontScale="90000"/>
          </a:bodyPr>
          <a:lstStyle/>
          <a:p>
            <a:r>
              <a:rPr lang="en-US" dirty="0"/>
              <a:t>quartzite</a:t>
            </a:r>
          </a:p>
        </p:txBody>
      </p:sp>
      <p:pic>
        <p:nvPicPr>
          <p:cNvPr id="5" name="Content Placeholder 4" descr="A close up of a pattern&#10;&#10;AI-generated content may be incorrect.">
            <a:extLst>
              <a:ext uri="{FF2B5EF4-FFF2-40B4-BE49-F238E27FC236}">
                <a16:creationId xmlns:a16="http://schemas.microsoft.com/office/drawing/2014/main" id="{6E476C66-1EC9-3B7D-263B-9A0DBC572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7712" y="3225800"/>
            <a:ext cx="2198688" cy="2198688"/>
          </a:xfrm>
          <a:prstGeom prst="rect">
            <a:avLst/>
          </a:prstGeom>
        </p:spPr>
      </p:pic>
      <p:pic>
        <p:nvPicPr>
          <p:cNvPr id="7" name="Picture 6" descr="A close up of a pattern&#10;&#10;AI-generated content may be incorrect.">
            <a:extLst>
              <a:ext uri="{FF2B5EF4-FFF2-40B4-BE49-F238E27FC236}">
                <a16:creationId xmlns:a16="http://schemas.microsoft.com/office/drawing/2014/main" id="{026EF95F-F424-29AE-F71B-EE0D3E68F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1214" y="3225800"/>
            <a:ext cx="2198688" cy="2198688"/>
          </a:xfrm>
          <a:prstGeom prst="rect">
            <a:avLst/>
          </a:prstGeom>
        </p:spPr>
      </p:pic>
      <p:pic>
        <p:nvPicPr>
          <p:cNvPr id="9" name="Picture 8" descr="A close up of a pattern&#10;&#10;AI-generated content may be incorrect.">
            <a:extLst>
              <a:ext uri="{FF2B5EF4-FFF2-40B4-BE49-F238E27FC236}">
                <a16:creationId xmlns:a16="http://schemas.microsoft.com/office/drawing/2014/main" id="{3B7995F5-B20F-14F0-2898-EBE3B5A52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716" y="3225800"/>
            <a:ext cx="2198688" cy="2198688"/>
          </a:xfrm>
          <a:prstGeom prst="rect">
            <a:avLst/>
          </a:prstGeom>
        </p:spPr>
      </p:pic>
      <p:pic>
        <p:nvPicPr>
          <p:cNvPr id="11" name="Picture 10" descr="A close up of a pattern&#10;&#10;AI-generated content may be incorrect.">
            <a:extLst>
              <a:ext uri="{FF2B5EF4-FFF2-40B4-BE49-F238E27FC236}">
                <a16:creationId xmlns:a16="http://schemas.microsoft.com/office/drawing/2014/main" id="{0DDD9FFF-2BFF-7CFC-3465-54C773CF9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898" y="3225800"/>
            <a:ext cx="2166144" cy="216614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3566C37-6E3A-ACD7-EEA0-1254BB970068}"/>
              </a:ext>
            </a:extLst>
          </p:cNvPr>
          <p:cNvSpPr txBox="1">
            <a:spLocks/>
          </p:cNvSpPr>
          <p:nvPr/>
        </p:nvSpPr>
        <p:spPr>
          <a:xfrm>
            <a:off x="2397519" y="1955800"/>
            <a:ext cx="1358902" cy="6619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shell</a:t>
            </a:r>
          </a:p>
        </p:txBody>
      </p:sp>
    </p:spTree>
    <p:extLst>
      <p:ext uri="{BB962C8B-B14F-4D97-AF65-F5344CB8AC3E}">
        <p14:creationId xmlns:p14="http://schemas.microsoft.com/office/powerpoint/2010/main" val="3192367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77BC1-0BC4-A285-3318-B98A8D330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00" y="1574800"/>
            <a:ext cx="2070100" cy="738188"/>
          </a:xfrm>
        </p:spPr>
        <p:txBody>
          <a:bodyPr/>
          <a:lstStyle/>
          <a:p>
            <a:r>
              <a:rPr lang="en-US" dirty="0"/>
              <a:t>plastic</a:t>
            </a:r>
          </a:p>
        </p:txBody>
      </p:sp>
      <p:pic>
        <p:nvPicPr>
          <p:cNvPr id="5" name="Content Placeholder 4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C2616A55-40AC-1199-23B3-534BC4ADD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10650" y="2476500"/>
            <a:ext cx="2540000" cy="2540000"/>
          </a:xfrm>
          <a:prstGeom prst="rect">
            <a:avLst/>
          </a:prstGeom>
        </p:spPr>
      </p:pic>
      <p:pic>
        <p:nvPicPr>
          <p:cNvPr id="7" name="Picture 6" descr="A close up of a colorful pattern&#10;&#10;AI-generated content may be incorrect.">
            <a:extLst>
              <a:ext uri="{FF2B5EF4-FFF2-40B4-BE49-F238E27FC236}">
                <a16:creationId xmlns:a16="http://schemas.microsoft.com/office/drawing/2014/main" id="{C895254E-E308-4C86-F76E-F0C727FBB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76500"/>
            <a:ext cx="2540000" cy="2540000"/>
          </a:xfrm>
          <a:prstGeom prst="rect">
            <a:avLst/>
          </a:prstGeom>
        </p:spPr>
      </p:pic>
      <p:pic>
        <p:nvPicPr>
          <p:cNvPr id="9" name="Picture 8" descr="A colorful squares with different shades of red and orange&#10;&#10;AI-generated content may be incorrect.">
            <a:extLst>
              <a:ext uri="{FF2B5EF4-FFF2-40B4-BE49-F238E27FC236}">
                <a16:creationId xmlns:a16="http://schemas.microsoft.com/office/drawing/2014/main" id="{61ECE9B0-E136-38B7-2CFA-F96CAB0C32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5025" y="2476500"/>
            <a:ext cx="2540000" cy="2540000"/>
          </a:xfrm>
          <a:prstGeom prst="rect">
            <a:avLst/>
          </a:prstGeom>
        </p:spPr>
      </p:pic>
      <p:pic>
        <p:nvPicPr>
          <p:cNvPr id="11" name="Picture 10" descr="A close up of a pixelated pattern&#10;&#10;AI-generated content may be incorrect.">
            <a:extLst>
              <a:ext uri="{FF2B5EF4-FFF2-40B4-BE49-F238E27FC236}">
                <a16:creationId xmlns:a16="http://schemas.microsoft.com/office/drawing/2014/main" id="{4E2C66C8-F5A9-20AC-9BB1-D831316916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750" y="2476500"/>
            <a:ext cx="2540000" cy="2540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B127268-0A80-F98B-E276-A8F03218F360}"/>
              </a:ext>
            </a:extLst>
          </p:cNvPr>
          <p:cNvSpPr txBox="1">
            <a:spLocks/>
          </p:cNvSpPr>
          <p:nvPr/>
        </p:nvSpPr>
        <p:spPr>
          <a:xfrm>
            <a:off x="647700" y="1574800"/>
            <a:ext cx="2070100" cy="738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Emerald (oddball)</a:t>
            </a:r>
          </a:p>
        </p:txBody>
      </p:sp>
    </p:spTree>
    <p:extLst>
      <p:ext uri="{BB962C8B-B14F-4D97-AF65-F5344CB8AC3E}">
        <p14:creationId xmlns:p14="http://schemas.microsoft.com/office/powerpoint/2010/main" val="4115658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2008</TotalTime>
  <Words>51</Words>
  <Application>Microsoft Macintosh PowerPoint</Application>
  <PresentationFormat>Widescreen</PresentationFormat>
  <Paragraphs>25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sapphire</vt:lpstr>
      <vt:lpstr>PowerPoint Presentation</vt:lpstr>
      <vt:lpstr>playdough</vt:lpstr>
      <vt:lpstr>quartzite</vt:lpstr>
      <vt:lpstr>plastic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Mueller, Melina O</dc:creator>
  <cp:lastModifiedBy>Mueller, Melina O</cp:lastModifiedBy>
  <cp:revision>7</cp:revision>
  <dcterms:created xsi:type="dcterms:W3CDTF">2026-03-05T15:41:12Z</dcterms:created>
  <dcterms:modified xsi:type="dcterms:W3CDTF">2026-03-08T20:30:29Z</dcterms:modified>
</cp:coreProperties>
</file>