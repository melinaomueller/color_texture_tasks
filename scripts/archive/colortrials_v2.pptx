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9"/>
    <p:restoredTop sz="78836"/>
  </p:normalViewPr>
  <p:slideViewPr>
    <p:cSldViewPr snapToGrid="0">
      <p:cViewPr>
        <p:scale>
          <a:sx n="113" d="100"/>
          <a:sy n="113" d="100"/>
        </p:scale>
        <p:origin x="-5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39E96-805E-2847-A579-30C6B1BDB67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5642B-D6EF-AA4B-ABA5-05B4E01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06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mosaic_paint_2037_a3_r0_c1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35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mosaic_paint_2037_a3_r2_c2</a:t>
            </a:r>
          </a:p>
          <a:p>
            <a:r>
              <a:rPr lang="en-US" dirty="0"/>
              <a:t>mosaic_paint_2037_a3_r0_c2</a:t>
            </a:r>
          </a:p>
          <a:p>
            <a:r>
              <a:rPr lang="en-US" dirty="0"/>
              <a:t>mosaic_paint_2037_a3_r1_c3</a:t>
            </a:r>
          </a:p>
          <a:p>
            <a:r>
              <a:rPr lang="en-US" dirty="0"/>
              <a:t>mosaic_paint_2037_a3_r2_c5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mosaic_paint_2037_a3_r3_c1</a:t>
            </a:r>
          </a:p>
          <a:p>
            <a:r>
              <a:rPr lang="en-US" dirty="0"/>
              <a:t>mosaic_paint_2037_a3_r1_c1</a:t>
            </a:r>
          </a:p>
          <a:p>
            <a:r>
              <a:rPr lang="en-US" dirty="0"/>
              <a:t>mosaic_paint_2037_a3_r2_c5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mosaic_paint_2037_a3_r0_c1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86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mosaic_tinfoil_3156_a3_r3_c3</a:t>
            </a:r>
          </a:p>
          <a:p>
            <a:r>
              <a:rPr lang="en-US" dirty="0"/>
              <a:t>mosaic_tinfoil_3156_a3_r2_c2</a:t>
            </a:r>
          </a:p>
          <a:p>
            <a:r>
              <a:rPr lang="en-US" dirty="0"/>
              <a:t>mosaic_tinfoil_3156_a3_r2_c1</a:t>
            </a:r>
          </a:p>
          <a:p>
            <a:r>
              <a:rPr lang="en-US" dirty="0"/>
              <a:t>mosaic_tinfoil_3156_a3_r3_c1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mosaic_terracotta_3128_a2_r2_c3</a:t>
            </a:r>
          </a:p>
          <a:p>
            <a:r>
              <a:rPr lang="en-US" dirty="0"/>
              <a:t>mosaic_terracotta_3128_a2_r2_c2</a:t>
            </a:r>
          </a:p>
          <a:p>
            <a:r>
              <a:rPr lang="en-US" dirty="0"/>
              <a:t>mosaic_terracotta_3128_a2_r1_c3</a:t>
            </a:r>
          </a:p>
          <a:p>
            <a:r>
              <a:rPr lang="en-US" dirty="0"/>
              <a:t>mosaic_terracotta_3128_a2_r0_c4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17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mosaic_shell_2711_a1_r3_c1</a:t>
            </a:r>
          </a:p>
          <a:p>
            <a:r>
              <a:rPr lang="en-US" dirty="0"/>
              <a:t>mosaic_shell_2711_a1_r3_c4</a:t>
            </a:r>
          </a:p>
          <a:p>
            <a:r>
              <a:rPr lang="en-US" dirty="0"/>
              <a:t>mosaic_shell_2711_a1_r2_c5</a:t>
            </a:r>
          </a:p>
          <a:p>
            <a:r>
              <a:rPr lang="en-US" dirty="0"/>
              <a:t>mosaic_shell_2711_a1_r1_c5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93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mosaic_sequin_2693_a3_r2_c1</a:t>
            </a:r>
          </a:p>
          <a:p>
            <a:r>
              <a:rPr lang="en-US" dirty="0"/>
              <a:t>mosaic_sequin_2693_a3_r1_c1</a:t>
            </a:r>
          </a:p>
          <a:p>
            <a:r>
              <a:rPr lang="en-US" dirty="0"/>
              <a:t>mosaic_sequin_2693_a3_r2_c2</a:t>
            </a:r>
          </a:p>
          <a:p>
            <a:r>
              <a:rPr lang="en-US" dirty="0"/>
              <a:t>mosaic_sequin_2693_a3_r1_c2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88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mosaic_sequin_2693_a4_r1_c5</a:t>
            </a:r>
          </a:p>
          <a:p>
            <a:r>
              <a:rPr lang="en-US" dirty="0"/>
              <a:t>mosaic_sequin_2693_a4_r3_c1</a:t>
            </a:r>
          </a:p>
          <a:p>
            <a:r>
              <a:rPr lang="en-US" dirty="0"/>
              <a:t>mosaic_sequin_2693_a4_r2_c1</a:t>
            </a:r>
          </a:p>
          <a:p>
            <a:r>
              <a:rPr lang="en-US" dirty="0"/>
              <a:t>mosaic_sequin_2693_a4_r2_c2</a:t>
            </a:r>
          </a:p>
          <a:p>
            <a:endParaRPr lang="en-US" dirty="0"/>
          </a:p>
          <a:p>
            <a:r>
              <a:rPr lang="en-US" dirty="0"/>
              <a:t>mosaic_sequin_2693_a4_r0_c2</a:t>
            </a:r>
          </a:p>
          <a:p>
            <a:r>
              <a:rPr lang="en-US" dirty="0"/>
              <a:t>mosaic_sequin_2693_a0_r0_c5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19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mosaic_paint_2040_a0_r0_c5</a:t>
            </a:r>
          </a:p>
          <a:p>
            <a:r>
              <a:rPr lang="en-US" dirty="0"/>
              <a:t>mosaic_paint_2040_a0_r3_c5</a:t>
            </a:r>
          </a:p>
          <a:p>
            <a:r>
              <a:rPr lang="en-US" dirty="0"/>
              <a:t>mosaic_paint_2040_a0_r3_c1</a:t>
            </a:r>
          </a:p>
          <a:p>
            <a:r>
              <a:rPr lang="en-US" dirty="0"/>
              <a:t>mosaic_paint_2040_a0_r2_c1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18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mosaic_foliage_1156_a3_r3_c3</a:t>
            </a:r>
          </a:p>
          <a:p>
            <a:r>
              <a:rPr lang="en-US" dirty="0"/>
              <a:t>mosaic_foliage_1156_a3_r3_c2</a:t>
            </a:r>
          </a:p>
          <a:p>
            <a:r>
              <a:rPr lang="en-US" dirty="0"/>
              <a:t>mosaic_foliage_1156_a3_r2_c2</a:t>
            </a:r>
          </a:p>
          <a:p>
            <a:r>
              <a:rPr lang="en-US" dirty="0"/>
              <a:t>mosaic_foliage_1156_a3_r1_c1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67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mosaic_chiffon_0580_a1_r0_c5 mosaic_chiffon_0580_a1_r0_c4.png</a:t>
            </a:r>
          </a:p>
          <a:p>
            <a:r>
              <a:rPr lang="en-US" dirty="0"/>
              <a:t>mosaic_chiffon_0580_a1_r1_c5</a:t>
            </a:r>
          </a:p>
          <a:p>
            <a:r>
              <a:rPr lang="en-US" dirty="0"/>
              <a:t>mosaic_chiffon_0580_a1_r3_c5</a:t>
            </a:r>
          </a:p>
          <a:p>
            <a:r>
              <a:rPr lang="en-US" dirty="0"/>
              <a:t>mosaic_chiffon_0580_a1_r2_c5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86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mosaic_chalk_0509_a3_r3_c4</a:t>
            </a:r>
          </a:p>
          <a:p>
            <a:r>
              <a:rPr lang="en-US" dirty="0"/>
              <a:t>mosaic_chalk_0509_a3_r0_c5</a:t>
            </a:r>
          </a:p>
          <a:p>
            <a:r>
              <a:rPr lang="en-US" dirty="0"/>
              <a:t>mosaic_chalk_0509_a3_r1_c4</a:t>
            </a:r>
          </a:p>
          <a:p>
            <a:r>
              <a:rPr lang="en-US" dirty="0"/>
              <a:t>mosaic_chalk_0509_a3_r1_c5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43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mosaic_chalk_0509_a1_r2_c1</a:t>
            </a:r>
          </a:p>
          <a:p>
            <a:r>
              <a:rPr lang="en-US" dirty="0"/>
              <a:t>mosaic_chalk_0509_a1_r1_c1</a:t>
            </a:r>
          </a:p>
          <a:p>
            <a:r>
              <a:rPr lang="en-US" dirty="0"/>
              <a:t>mosaic_chalk_0509_a1_r0_c5</a:t>
            </a:r>
          </a:p>
          <a:p>
            <a:r>
              <a:rPr lang="en-US" dirty="0"/>
              <a:t>mosaic_chalk_0509_a1_r0_c2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34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mosaic_cellophane_0454_a3_r3_c5</a:t>
            </a:r>
          </a:p>
          <a:p>
            <a:r>
              <a:rPr lang="en-US" dirty="0"/>
              <a:t>mosaic_cellophane_0454_a3_r2_c5</a:t>
            </a:r>
          </a:p>
          <a:p>
            <a:r>
              <a:rPr lang="en-US" dirty="0"/>
              <a:t>mosaic_cellophane_0454_a3_r2_c1</a:t>
            </a:r>
          </a:p>
          <a:p>
            <a:r>
              <a:rPr lang="en-US" dirty="0"/>
              <a:t>mosaic_cellophane_0454_a3_r1_c5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66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mosaic_bone_0228_a1_r3_c2</a:t>
            </a:r>
          </a:p>
          <a:p>
            <a:r>
              <a:rPr lang="en-US" dirty="0"/>
              <a:t>mosaic_bone_0228_a1_r1_c3</a:t>
            </a:r>
          </a:p>
          <a:p>
            <a:r>
              <a:rPr lang="en-US" dirty="0"/>
              <a:t>mosaic_bone_0228_a1_r0_c2</a:t>
            </a:r>
          </a:p>
          <a:p>
            <a:r>
              <a:rPr lang="en-US" dirty="0"/>
              <a:t>mosaic_bone_0228_a1_r1_c5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56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mosaic_foliage_1147_a1_r3_c2</a:t>
            </a:r>
          </a:p>
          <a:p>
            <a:r>
              <a:rPr lang="en-US" dirty="0"/>
              <a:t>mosaic_foliage_1147_a1_r3_c3</a:t>
            </a:r>
          </a:p>
          <a:p>
            <a:r>
              <a:rPr lang="en-US" dirty="0"/>
              <a:t>mosaic_foliage_1147_a1_r1_c3</a:t>
            </a:r>
          </a:p>
          <a:p>
            <a:r>
              <a:rPr lang="en-US" dirty="0"/>
              <a:t>mosaic_foliage_1147_a1_r3_c4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49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mosaic_sequin_2693_a1_r3_c5</a:t>
            </a:r>
          </a:p>
          <a:p>
            <a:r>
              <a:rPr lang="en-US" dirty="0"/>
              <a:t>mosaic_sequin_2693_a1_r2_c5</a:t>
            </a:r>
          </a:p>
          <a:p>
            <a:r>
              <a:rPr lang="en-US" dirty="0"/>
              <a:t>mosaic_sequin_2693_a1_r1_c5</a:t>
            </a:r>
          </a:p>
          <a:p>
            <a:r>
              <a:rPr lang="en-US" dirty="0"/>
              <a:t>mosaic_sequin_2693_a1_r2_c1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77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mosaic_cellophane_0454_a0_r0_c3</a:t>
            </a:r>
          </a:p>
          <a:p>
            <a:r>
              <a:rPr lang="en-US" dirty="0"/>
              <a:t>mosaic_cellophane_0454_a0_r3_c5</a:t>
            </a:r>
          </a:p>
          <a:p>
            <a:r>
              <a:rPr lang="en-US" dirty="0"/>
              <a:t>mosaic_cellophane_0454_a0_r1_c5</a:t>
            </a:r>
          </a:p>
          <a:p>
            <a:r>
              <a:rPr lang="en-US" dirty="0"/>
              <a:t>mosaic_cellophane_0454_a0_r0_c5.png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23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mosaic_flint_1090_a0_r2_c5</a:t>
            </a:r>
          </a:p>
          <a:p>
            <a:r>
              <a:rPr lang="en-US" dirty="0"/>
              <a:t>mosaic_flint_1090_a0_r1_c4</a:t>
            </a:r>
          </a:p>
          <a:p>
            <a:r>
              <a:rPr lang="en-US" dirty="0"/>
              <a:t>mosaic_flint_1090_a0_r3_c3</a:t>
            </a:r>
          </a:p>
          <a:p>
            <a:r>
              <a:rPr lang="en-US" dirty="0"/>
              <a:t>mosaic_flint_1090_a0_r0_c4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642B-D6EF-AA4B-ABA5-05B4E01595E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60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E1DB0-6420-A35F-18DF-0B43CB53E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90BF1-0B5A-D316-65DB-C54F9AFC6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8A9C4-D115-8C14-0867-995BBBDD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3F0A5-E791-0D4C-D3E5-A1A3A106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0FAA6-D2C1-D875-8867-3CC13B28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2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4A11-BF11-DFA1-C3E5-E234FE99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B46B6-F535-475A-8286-3D4897B76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93343-F133-E4B9-EFBF-FC37F3129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242-0E50-C4F1-9786-B8C5FCBE7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CD186-D702-A243-48FE-ABF8CE1C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4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434D-2F37-0DE7-CA7B-A0A40798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9E07B-BB24-1388-04FF-96FB3C49D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2EB6-A208-364E-85C9-F019F659A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E7CB5-E116-1DED-CA7A-43FEAD565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65204-76B5-2D95-5DA6-A14CE650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0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A63E-45E4-0415-F250-7E92017A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131E8-E70D-BDAA-5037-6F73165DA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BB0E6-EA95-F5B3-EDF3-CD0BE881F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25060-FF97-3342-8675-941F1C53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93A2A-6A21-0F84-1ABD-AE3A6FCA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91280-1E3D-B525-410A-63580515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0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C262-FDAD-EAF8-99B1-22BD10B08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BDD43-B51B-95E7-0DFD-2626757A4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6AA42-0AD1-89D7-F8FF-CC6D7239A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9ADDD-76FE-F0A5-21B1-AFCE77455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41C61-D256-A140-A3EC-38428DAAE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F8F8F-0FE6-68DC-D4C5-0877A2259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454D8-F56B-AC5E-507B-14C824EA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12CEB-B90F-1CA1-F498-0C234FDF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0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276DE-1AC7-FF18-FEFC-90A10BA0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70574-DB17-D49B-B408-000ED8101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6A925-FDA1-1F2C-D20E-7C31DB764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DACB0-822D-F76D-8000-C0B96FAC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9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24224-D63D-F87D-7920-EF2C53AA3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33E87-6BF4-B4A0-F618-F51F8C90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1BBFF-C8D0-8E8E-CC92-221CED2AF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37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7762-A250-5D14-87D5-8A2C5DD5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F2A96-0EBE-36A4-8315-FA3CF13F2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B5E1F-A1A1-E880-2BF3-E7027335E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6DB2D-B539-B241-D8C6-FC4B7FB6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51F5F-173B-93D3-41B2-9C7BF23A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3907A-3992-103E-1747-3D93B9F1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6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AD02-10EA-F058-556A-1ACD0E88D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E02C8-3D0F-B740-A114-8B24D4D9C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CCFF0-7920-FD78-4688-36DD2DD7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F5751-3726-2118-A815-40A2819D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7383B-C568-2E3B-0D22-8A92A983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AE4EE-9550-93DD-9BA7-DBBC9215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66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F8B9-359E-E280-19CB-483291E1C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D356D-9536-9BFB-96BA-2B79D6888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4C3C3-C69F-8522-35ED-1380AD65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75D8A-12DA-1028-CC79-CE5C9A1BE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F0D39-00BB-14BC-AE3C-5079938C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4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DB472-B650-993E-5AC4-3FD9DE0E6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0511B-145B-5C0A-9DF6-8C07CB1FC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1CA20-A980-49D8-290B-95AE87FB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89C4A-10AE-C0BD-6CCE-457458F1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B15F9-FF67-10C8-25CC-E0F34851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0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A43959-3920-17E8-3491-02AC21E1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D7AE-B07D-6567-AFA7-7ECA59008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E2DB4-5D55-32ED-20E9-0E5F041EF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6C955-16BE-A547-BC49-0B36AB3F463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808D2-9233-3A1A-13BA-871B6C22F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D357C-FEA9-FD06-1ED5-ABA063305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4ACA0-547A-854F-B652-A736E0999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1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39B4-4384-E111-6B9B-0700D0B6A6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Colors v2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31FE0-0C56-618F-DC90-030785FCEE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12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quares on a surface&#10;&#10;AI-generated content may be incorrect.">
            <a:extLst>
              <a:ext uri="{FF2B5EF4-FFF2-40B4-BE49-F238E27FC236}">
                <a16:creationId xmlns:a16="http://schemas.microsoft.com/office/drawing/2014/main" id="{A91FF953-18CF-D549-4F0D-DE97AB81D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508" y="1047087"/>
            <a:ext cx="1270000" cy="1270000"/>
          </a:xfrm>
          <a:prstGeom prst="rect">
            <a:avLst/>
          </a:prstGeom>
        </p:spPr>
      </p:pic>
      <p:pic>
        <p:nvPicPr>
          <p:cNvPr id="7" name="Picture 6" descr="A colorful squares in different colors&#10;&#10;AI-generated content may be incorrect.">
            <a:extLst>
              <a:ext uri="{FF2B5EF4-FFF2-40B4-BE49-F238E27FC236}">
                <a16:creationId xmlns:a16="http://schemas.microsoft.com/office/drawing/2014/main" id="{B2B2FA0B-5726-8265-A5AB-511E3D380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587" y="1047087"/>
            <a:ext cx="1270000" cy="127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2ADE73-0939-F536-9A3E-15210CA28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941" y="3429000"/>
            <a:ext cx="1270000" cy="1270000"/>
          </a:xfrm>
          <a:prstGeom prst="rect">
            <a:avLst/>
          </a:prstGeom>
        </p:spPr>
      </p:pic>
      <p:pic>
        <p:nvPicPr>
          <p:cNvPr id="11" name="Picture 10" descr="A colorful squares with different shades of blue and yellow&#10;&#10;AI-generated content may be incorrect.">
            <a:extLst>
              <a:ext uri="{FF2B5EF4-FFF2-40B4-BE49-F238E27FC236}">
                <a16:creationId xmlns:a16="http://schemas.microsoft.com/office/drawing/2014/main" id="{609A8750-C469-73D1-3347-9746A883B0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754" y="1047087"/>
            <a:ext cx="1270000" cy="1270000"/>
          </a:xfrm>
          <a:prstGeom prst="rect">
            <a:avLst/>
          </a:prstGeom>
        </p:spPr>
      </p:pic>
      <p:pic>
        <p:nvPicPr>
          <p:cNvPr id="13" name="Picture 12" descr="A blue and pink squares&#10;&#10;AI-generated content may be incorrect.">
            <a:extLst>
              <a:ext uri="{FF2B5EF4-FFF2-40B4-BE49-F238E27FC236}">
                <a16:creationId xmlns:a16="http://schemas.microsoft.com/office/drawing/2014/main" id="{2EBEE9F8-1B92-869D-5C79-DFFF286138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5137" y="3429000"/>
            <a:ext cx="1270000" cy="1270000"/>
          </a:xfrm>
          <a:prstGeom prst="rect">
            <a:avLst/>
          </a:prstGeom>
        </p:spPr>
      </p:pic>
      <p:pic>
        <p:nvPicPr>
          <p:cNvPr id="17" name="Picture 16" descr="A colorful squares in different colors&#10;&#10;AI-generated content may be incorrect.">
            <a:extLst>
              <a:ext uri="{FF2B5EF4-FFF2-40B4-BE49-F238E27FC236}">
                <a16:creationId xmlns:a16="http://schemas.microsoft.com/office/drawing/2014/main" id="{83CCB202-CE68-7090-55CE-4F99C55456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261" y="3429000"/>
            <a:ext cx="1270000" cy="127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67A251-327E-B1EB-DCE7-ED7008E02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601" y="3429000"/>
            <a:ext cx="1270000" cy="1270000"/>
          </a:xfrm>
          <a:prstGeom prst="rect">
            <a:avLst/>
          </a:prstGeom>
        </p:spPr>
      </p:pic>
      <p:pic>
        <p:nvPicPr>
          <p:cNvPr id="20" name="Picture 19" descr="A colorful squares with different shades of blue and yellow&#10;&#10;AI-generated content may be incorrect.">
            <a:extLst>
              <a:ext uri="{FF2B5EF4-FFF2-40B4-BE49-F238E27FC236}">
                <a16:creationId xmlns:a16="http://schemas.microsoft.com/office/drawing/2014/main" id="{E6987685-18A8-87E3-6125-481C420FCB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5137" y="1047087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7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A9B7E049-94F9-8888-3384-9FA3CA506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2647043"/>
            <a:ext cx="1270000" cy="1270000"/>
          </a:xfrm>
          <a:prstGeom prst="rect">
            <a:avLst/>
          </a:prstGeom>
        </p:spPr>
      </p:pic>
      <p:pic>
        <p:nvPicPr>
          <p:cNvPr id="7" name="Picture 6" descr="A close up of a pattern&#10;&#10;AI-generated content may be incorrect.">
            <a:extLst>
              <a:ext uri="{FF2B5EF4-FFF2-40B4-BE49-F238E27FC236}">
                <a16:creationId xmlns:a16="http://schemas.microsoft.com/office/drawing/2014/main" id="{4E2FEFC5-31A2-40A7-240A-01D14E77B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647043"/>
            <a:ext cx="1270000" cy="1270000"/>
          </a:xfrm>
          <a:prstGeom prst="rect">
            <a:avLst/>
          </a:prstGeom>
        </p:spPr>
      </p:pic>
      <p:pic>
        <p:nvPicPr>
          <p:cNvPr id="9" name="Picture 8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1825DAF6-A540-D806-E17F-3803B62C9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958" y="2647043"/>
            <a:ext cx="1270000" cy="1270000"/>
          </a:xfrm>
          <a:prstGeom prst="rect">
            <a:avLst/>
          </a:prstGeom>
        </p:spPr>
      </p:pic>
      <p:pic>
        <p:nvPicPr>
          <p:cNvPr id="13" name="Picture 12" descr="A close up of a pattern&#10;&#10;AI-generated content may be incorrect.">
            <a:extLst>
              <a:ext uri="{FF2B5EF4-FFF2-40B4-BE49-F238E27FC236}">
                <a16:creationId xmlns:a16="http://schemas.microsoft.com/office/drawing/2014/main" id="{0E8F7C90-4B1C-C924-81E2-4D57D8CE7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0" y="2647043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9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11CC3-99A5-EA7B-C6B8-7BFDC913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pattern&#10;&#10;AI-generated content may be incorrect.">
            <a:extLst>
              <a:ext uri="{FF2B5EF4-FFF2-40B4-BE49-F238E27FC236}">
                <a16:creationId xmlns:a16="http://schemas.microsoft.com/office/drawing/2014/main" id="{437CDC3F-CF04-0D23-5FF2-83772DE71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87258" y="2794000"/>
            <a:ext cx="1270000" cy="1270000"/>
          </a:xfrm>
          <a:prstGeom prst="rect">
            <a:avLst/>
          </a:prstGeom>
        </p:spPr>
      </p:pic>
      <p:pic>
        <p:nvPicPr>
          <p:cNvPr id="7" name="Picture 6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D90C53E0-5C85-0F4C-1C8B-67F42D952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592" y="2794000"/>
            <a:ext cx="1270000" cy="1270000"/>
          </a:xfrm>
          <a:prstGeom prst="rect">
            <a:avLst/>
          </a:prstGeom>
        </p:spPr>
      </p:pic>
      <p:pic>
        <p:nvPicPr>
          <p:cNvPr id="9" name="Picture 8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E5F1F90F-6A05-E994-A811-7155F7861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7261" y="2794000"/>
            <a:ext cx="1270000" cy="1270000"/>
          </a:xfrm>
          <a:prstGeom prst="rect">
            <a:avLst/>
          </a:prstGeom>
        </p:spPr>
      </p:pic>
      <p:pic>
        <p:nvPicPr>
          <p:cNvPr id="11" name="Picture 10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8F64BCC6-D227-D494-DF9C-CA41D1452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9168" y="2794000"/>
            <a:ext cx="1270000" cy="1270000"/>
          </a:xfrm>
          <a:prstGeom prst="rect">
            <a:avLst/>
          </a:prstGeom>
        </p:spPr>
      </p:pic>
      <p:pic>
        <p:nvPicPr>
          <p:cNvPr id="12" name="Content Placeholder 4" descr="A close up of a pattern&#10;&#10;AI-generated content may be incorrect.">
            <a:extLst>
              <a:ext uri="{FF2B5EF4-FFF2-40B4-BE49-F238E27FC236}">
                <a16:creationId xmlns:a16="http://schemas.microsoft.com/office/drawing/2014/main" id="{388E4684-FA66-7C77-D96A-B220DC148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087258" y="4640289"/>
            <a:ext cx="1270000" cy="1270000"/>
          </a:xfrm>
          <a:prstGeom prst="rect">
            <a:avLst/>
          </a:prstGeom>
        </p:spPr>
      </p:pic>
      <p:pic>
        <p:nvPicPr>
          <p:cNvPr id="13" name="Picture 12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D33D8C29-DC4F-61BF-3020-3BD0AEAFE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860592" y="4640289"/>
            <a:ext cx="1270000" cy="1270000"/>
          </a:xfrm>
          <a:prstGeom prst="rect">
            <a:avLst/>
          </a:prstGeom>
        </p:spPr>
      </p:pic>
      <p:pic>
        <p:nvPicPr>
          <p:cNvPr id="14" name="Picture 13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CF90B72D-DB8C-088A-4696-7F95B6B5E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9137261" y="4640289"/>
            <a:ext cx="1270000" cy="1270000"/>
          </a:xfrm>
          <a:prstGeom prst="rect">
            <a:avLst/>
          </a:prstGeom>
        </p:spPr>
      </p:pic>
      <p:pic>
        <p:nvPicPr>
          <p:cNvPr id="15" name="Picture 14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824271F5-29B5-19B9-EFFF-F3E5D5778F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109168" y="4640289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7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38A9B08C-85D4-1376-5443-510002717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567" y="2500603"/>
            <a:ext cx="1270000" cy="1270000"/>
          </a:xfrm>
          <a:prstGeom prst="rect">
            <a:avLst/>
          </a:prstGeom>
        </p:spPr>
      </p:pic>
      <p:pic>
        <p:nvPicPr>
          <p:cNvPr id="7" name="Picture 6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EF1062B6-5310-408C-CD8D-790C516E1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061" y="2509416"/>
            <a:ext cx="1270000" cy="1270000"/>
          </a:xfrm>
          <a:prstGeom prst="rect">
            <a:avLst/>
          </a:prstGeom>
        </p:spPr>
      </p:pic>
      <p:pic>
        <p:nvPicPr>
          <p:cNvPr id="9" name="Picture 8" descr="A close up of a pattern&#10;&#10;AI-generated content may be incorrect.">
            <a:extLst>
              <a:ext uri="{FF2B5EF4-FFF2-40B4-BE49-F238E27FC236}">
                <a16:creationId xmlns:a16="http://schemas.microsoft.com/office/drawing/2014/main" id="{2D67AF88-9E28-1499-4E84-EC086A96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3073" y="2476759"/>
            <a:ext cx="1270000" cy="1270000"/>
          </a:xfrm>
          <a:prstGeom prst="rect">
            <a:avLst/>
          </a:prstGeom>
        </p:spPr>
      </p:pic>
      <p:pic>
        <p:nvPicPr>
          <p:cNvPr id="13" name="Picture 12" descr="A close up of a pattern&#10;&#10;AI-generated content may be incorrect.">
            <a:extLst>
              <a:ext uri="{FF2B5EF4-FFF2-40B4-BE49-F238E27FC236}">
                <a16:creationId xmlns:a16="http://schemas.microsoft.com/office/drawing/2014/main" id="{CDA7E813-EB9E-5997-7CBE-0008931ED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555" y="2476759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42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pink squares&#10;&#10;AI-generated content may be incorrect.">
            <a:extLst>
              <a:ext uri="{FF2B5EF4-FFF2-40B4-BE49-F238E27FC236}">
                <a16:creationId xmlns:a16="http://schemas.microsoft.com/office/drawing/2014/main" id="{38EFD6A9-7B03-34FA-59D2-109F8F62B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735" y="2794000"/>
            <a:ext cx="1270000" cy="1270000"/>
          </a:xfrm>
          <a:prstGeom prst="rect">
            <a:avLst/>
          </a:prstGeom>
        </p:spPr>
      </p:pic>
      <p:pic>
        <p:nvPicPr>
          <p:cNvPr id="7" name="Picture 6" descr="A purple and pink squares&#10;&#10;AI-generated content may be incorrect.">
            <a:extLst>
              <a:ext uri="{FF2B5EF4-FFF2-40B4-BE49-F238E27FC236}">
                <a16:creationId xmlns:a16="http://schemas.microsoft.com/office/drawing/2014/main" id="{A25C5AD8-274A-654E-0C52-624F188ED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457" y="2794000"/>
            <a:ext cx="1270000" cy="1270000"/>
          </a:xfrm>
          <a:prstGeom prst="rect">
            <a:avLst/>
          </a:prstGeom>
        </p:spPr>
      </p:pic>
      <p:pic>
        <p:nvPicPr>
          <p:cNvPr id="9" name="Picture 8" descr="A purple and pink squares&#10;&#10;AI-generated content may be incorrect.">
            <a:extLst>
              <a:ext uri="{FF2B5EF4-FFF2-40B4-BE49-F238E27FC236}">
                <a16:creationId xmlns:a16="http://schemas.microsoft.com/office/drawing/2014/main" id="{61211753-7820-8B13-AE6F-060B99511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609" y="2794000"/>
            <a:ext cx="1270000" cy="1270000"/>
          </a:xfrm>
          <a:prstGeom prst="rect">
            <a:avLst/>
          </a:prstGeom>
        </p:spPr>
      </p:pic>
      <p:pic>
        <p:nvPicPr>
          <p:cNvPr id="11" name="Picture 10" descr="A purple and pink squares&#10;&#10;AI-generated content may be incorrect.">
            <a:extLst>
              <a:ext uri="{FF2B5EF4-FFF2-40B4-BE49-F238E27FC236}">
                <a16:creationId xmlns:a16="http://schemas.microsoft.com/office/drawing/2014/main" id="{508A9BC6-8ED6-112E-4C11-4E4132D84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955" y="2794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5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grey squares&#10;&#10;AI-generated content may be incorrect.">
            <a:extLst>
              <a:ext uri="{FF2B5EF4-FFF2-40B4-BE49-F238E27FC236}">
                <a16:creationId xmlns:a16="http://schemas.microsoft.com/office/drawing/2014/main" id="{09FF800C-A872-9258-DB07-6EB606CDB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2794000"/>
            <a:ext cx="1270000" cy="1270000"/>
          </a:xfrm>
          <a:prstGeom prst="rect">
            <a:avLst/>
          </a:prstGeom>
        </p:spPr>
      </p:pic>
      <p:pic>
        <p:nvPicPr>
          <p:cNvPr id="7" name="Picture 6" descr="A purple and blue squares&#10;&#10;AI-generated content may be incorrect.">
            <a:extLst>
              <a:ext uri="{FF2B5EF4-FFF2-40B4-BE49-F238E27FC236}">
                <a16:creationId xmlns:a16="http://schemas.microsoft.com/office/drawing/2014/main" id="{0AEAB5FA-EDBB-D2A0-3A6D-910642720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309" y="4427928"/>
            <a:ext cx="1270000" cy="1270000"/>
          </a:xfrm>
          <a:prstGeom prst="rect">
            <a:avLst/>
          </a:prstGeom>
        </p:spPr>
      </p:pic>
      <p:pic>
        <p:nvPicPr>
          <p:cNvPr id="9" name="Picture 8" descr="A purple and blue squares&#10;&#10;AI-generated content may be incorrect.">
            <a:extLst>
              <a:ext uri="{FF2B5EF4-FFF2-40B4-BE49-F238E27FC236}">
                <a16:creationId xmlns:a16="http://schemas.microsoft.com/office/drawing/2014/main" id="{743222F4-412F-B309-BAB2-82BFD9F19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0076" y="2794000"/>
            <a:ext cx="1270000" cy="1270000"/>
          </a:xfrm>
          <a:prstGeom prst="rect">
            <a:avLst/>
          </a:prstGeom>
        </p:spPr>
      </p:pic>
      <p:pic>
        <p:nvPicPr>
          <p:cNvPr id="11" name="Picture 10" descr="A purple and grey squares&#10;&#10;AI-generated content may be incorrect.">
            <a:extLst>
              <a:ext uri="{FF2B5EF4-FFF2-40B4-BE49-F238E27FC236}">
                <a16:creationId xmlns:a16="http://schemas.microsoft.com/office/drawing/2014/main" id="{9F85CF87-100B-5085-5F0C-1DE47F4986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3767" y="2794000"/>
            <a:ext cx="1270000" cy="1270000"/>
          </a:xfrm>
          <a:prstGeom prst="rect">
            <a:avLst/>
          </a:prstGeom>
        </p:spPr>
      </p:pic>
      <p:pic>
        <p:nvPicPr>
          <p:cNvPr id="15" name="Picture 14" descr="A purple and blue squares&#10;&#10;AI-generated content may be incorrect.">
            <a:extLst>
              <a:ext uri="{FF2B5EF4-FFF2-40B4-BE49-F238E27FC236}">
                <a16:creationId xmlns:a16="http://schemas.microsoft.com/office/drawing/2014/main" id="{A1419630-40E4-A12A-4CE2-B9714BB6E9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253" y="1382451"/>
            <a:ext cx="1270000" cy="127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159910-2057-B0FB-2278-4E3F0A3123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2309" y="2784777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20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80D8-CF71-CC07-B586-B8C5E90C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pattern&#10;&#10;AI-generated content may be incorrect.">
            <a:extLst>
              <a:ext uri="{FF2B5EF4-FFF2-40B4-BE49-F238E27FC236}">
                <a16:creationId xmlns:a16="http://schemas.microsoft.com/office/drawing/2014/main" id="{5037E20D-8991-0898-CAE4-D8C38FF25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52520" y="3342640"/>
            <a:ext cx="1270000" cy="1270000"/>
          </a:xfrm>
          <a:prstGeom prst="rect">
            <a:avLst/>
          </a:prstGeom>
        </p:spPr>
      </p:pic>
      <p:pic>
        <p:nvPicPr>
          <p:cNvPr id="7" name="Picture 6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5AC25E8E-B519-835E-CC0E-A9775FF0D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160" y="3361214"/>
            <a:ext cx="1270000" cy="1270000"/>
          </a:xfrm>
          <a:prstGeom prst="rect">
            <a:avLst/>
          </a:prstGeom>
        </p:spPr>
      </p:pic>
      <p:pic>
        <p:nvPicPr>
          <p:cNvPr id="9" name="Picture 8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3933CDDF-0C12-BC5D-4DD4-6D2ED6917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880" y="3361214"/>
            <a:ext cx="1270000" cy="1270000"/>
          </a:xfrm>
          <a:prstGeom prst="rect">
            <a:avLst/>
          </a:prstGeom>
        </p:spPr>
      </p:pic>
      <p:pic>
        <p:nvPicPr>
          <p:cNvPr id="11" name="Picture 10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075E1DA9-FF1C-4A8C-F628-4AF8612B4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100" y="334264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6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A6F5-38C4-1A22-0D8F-15CD7E93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xelated image of a green and brown squares&#10;&#10;AI-generated content may be incorrect.">
            <a:extLst>
              <a:ext uri="{FF2B5EF4-FFF2-40B4-BE49-F238E27FC236}">
                <a16:creationId xmlns:a16="http://schemas.microsoft.com/office/drawing/2014/main" id="{379E14E4-0C7A-3223-368F-5A194EDFB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26000" y="3483134"/>
            <a:ext cx="1270000" cy="1270000"/>
          </a:xfrm>
          <a:prstGeom prst="rect">
            <a:avLst/>
          </a:prstGeom>
        </p:spPr>
      </p:pic>
      <p:pic>
        <p:nvPicPr>
          <p:cNvPr id="7" name="Picture 6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7B55978C-6CFA-861A-1DED-77BB09351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0" y="3483134"/>
            <a:ext cx="1270000" cy="1270000"/>
          </a:xfrm>
          <a:prstGeom prst="rect">
            <a:avLst/>
          </a:prstGeom>
        </p:spPr>
      </p:pic>
      <p:pic>
        <p:nvPicPr>
          <p:cNvPr id="9" name="Picture 8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8DD87CCB-7D7F-BBA1-E66C-1C04CBE59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3423920"/>
            <a:ext cx="1270000" cy="1270000"/>
          </a:xfrm>
          <a:prstGeom prst="rect">
            <a:avLst/>
          </a:prstGeom>
        </p:spPr>
      </p:pic>
      <p:pic>
        <p:nvPicPr>
          <p:cNvPr id="13" name="Picture 12" descr="A close up of a pattern&#10;&#10;AI-generated content may be incorrect.">
            <a:extLst>
              <a:ext uri="{FF2B5EF4-FFF2-40B4-BE49-F238E27FC236}">
                <a16:creationId xmlns:a16="http://schemas.microsoft.com/office/drawing/2014/main" id="{A45BAF17-911A-F5DA-1782-311FCAB3E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000" y="342392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4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orange squares&#10;&#10;AI-generated content may be incorrect.">
            <a:extLst>
              <a:ext uri="{FF2B5EF4-FFF2-40B4-BE49-F238E27FC236}">
                <a16:creationId xmlns:a16="http://schemas.microsoft.com/office/drawing/2014/main" id="{0DA7FF5C-505C-2B1D-DD1B-ED28647D8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0" y="2794000"/>
            <a:ext cx="1270000" cy="1270000"/>
          </a:xfrm>
          <a:prstGeom prst="rect">
            <a:avLst/>
          </a:prstGeom>
        </p:spPr>
      </p:pic>
      <p:pic>
        <p:nvPicPr>
          <p:cNvPr id="7" name="Picture 6" descr="A red and orange squares&#10;&#10;AI-generated content may be incorrect.">
            <a:extLst>
              <a:ext uri="{FF2B5EF4-FFF2-40B4-BE49-F238E27FC236}">
                <a16:creationId xmlns:a16="http://schemas.microsoft.com/office/drawing/2014/main" id="{F460C6BE-45AA-D624-E3DF-336FD357F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610" y="2794000"/>
            <a:ext cx="1270000" cy="1270000"/>
          </a:xfrm>
          <a:prstGeom prst="rect">
            <a:avLst/>
          </a:prstGeom>
        </p:spPr>
      </p:pic>
      <p:pic>
        <p:nvPicPr>
          <p:cNvPr id="12" name="Picture 11" descr="A red and orange squares&#10;&#10;AI-generated content may be incorrect.">
            <a:extLst>
              <a:ext uri="{FF2B5EF4-FFF2-40B4-BE49-F238E27FC236}">
                <a16:creationId xmlns:a16="http://schemas.microsoft.com/office/drawing/2014/main" id="{584E1B48-AC0C-506A-0B96-A77240FD5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95" y="2794000"/>
            <a:ext cx="1270000" cy="1270000"/>
          </a:xfrm>
          <a:prstGeom prst="rect">
            <a:avLst/>
          </a:prstGeom>
        </p:spPr>
      </p:pic>
      <p:pic>
        <p:nvPicPr>
          <p:cNvPr id="14" name="Picture 13" descr="A red and orange squares&#10;&#10;AI-generated content may be incorrect.">
            <a:extLst>
              <a:ext uri="{FF2B5EF4-FFF2-40B4-BE49-F238E27FC236}">
                <a16:creationId xmlns:a16="http://schemas.microsoft.com/office/drawing/2014/main" id="{7BD46FEF-F612-6945-FE7E-1C598B6325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978" y="2794000"/>
            <a:ext cx="1270000" cy="1270000"/>
          </a:xfrm>
          <a:prstGeom prst="rect">
            <a:avLst/>
          </a:prstGeom>
        </p:spPr>
      </p:pic>
      <p:pic>
        <p:nvPicPr>
          <p:cNvPr id="16" name="Picture 15" descr="A red and orange squares&#10;&#10;AI-generated content may be incorrect.">
            <a:extLst>
              <a:ext uri="{FF2B5EF4-FFF2-40B4-BE49-F238E27FC236}">
                <a16:creationId xmlns:a16="http://schemas.microsoft.com/office/drawing/2014/main" id="{E88401D0-06DC-EA07-1843-C228521821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6153" y="739731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44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quares with different shades of blue and brown&#10;&#10;AI-generated content may be incorrect.">
            <a:extLst>
              <a:ext uri="{FF2B5EF4-FFF2-40B4-BE49-F238E27FC236}">
                <a16:creationId xmlns:a16="http://schemas.microsoft.com/office/drawing/2014/main" id="{CA1346FD-8001-618D-10F0-8EF410BF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536" y="2506405"/>
            <a:ext cx="1270000" cy="1270000"/>
          </a:xfrm>
          <a:prstGeom prst="rect">
            <a:avLst/>
          </a:prstGeom>
        </p:spPr>
      </p:pic>
      <p:pic>
        <p:nvPicPr>
          <p:cNvPr id="7" name="Picture 6" descr="A close up of a pattern&#10;&#10;AI-generated content may be incorrect.">
            <a:extLst>
              <a:ext uri="{FF2B5EF4-FFF2-40B4-BE49-F238E27FC236}">
                <a16:creationId xmlns:a16="http://schemas.microsoft.com/office/drawing/2014/main" id="{718BCBF8-23D9-317E-EBC0-7BA7DA743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090" y="2506405"/>
            <a:ext cx="1270000" cy="1270000"/>
          </a:xfrm>
          <a:prstGeom prst="rect">
            <a:avLst/>
          </a:prstGeom>
        </p:spPr>
      </p:pic>
      <p:pic>
        <p:nvPicPr>
          <p:cNvPr id="9" name="Picture 8" descr="A colorful squares in different shades of blue and pink&#10;&#10;AI-generated content may be incorrect.">
            <a:extLst>
              <a:ext uri="{FF2B5EF4-FFF2-40B4-BE49-F238E27FC236}">
                <a16:creationId xmlns:a16="http://schemas.microsoft.com/office/drawing/2014/main" id="{AF2408D1-59F7-171F-3568-C272BCF6B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199" y="2506405"/>
            <a:ext cx="1270000" cy="1270000"/>
          </a:xfrm>
          <a:prstGeom prst="rect">
            <a:avLst/>
          </a:prstGeom>
        </p:spPr>
      </p:pic>
      <p:pic>
        <p:nvPicPr>
          <p:cNvPr id="11" name="Picture 10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DF729A1D-C222-3E39-82A6-2AB55E8C75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308" y="2484282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73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purple squares&#10;&#10;AI-generated content may be incorrect.">
            <a:extLst>
              <a:ext uri="{FF2B5EF4-FFF2-40B4-BE49-F238E27FC236}">
                <a16:creationId xmlns:a16="http://schemas.microsoft.com/office/drawing/2014/main" id="{0C271735-544B-2886-0D3E-7BCC4176C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813" y="2469535"/>
            <a:ext cx="1270000" cy="1270000"/>
          </a:xfrm>
          <a:prstGeom prst="rect">
            <a:avLst/>
          </a:prstGeom>
        </p:spPr>
      </p:pic>
      <p:pic>
        <p:nvPicPr>
          <p:cNvPr id="7" name="Picture 6" descr="A blue and purple squares&#10;&#10;AI-generated content may be incorrect.">
            <a:extLst>
              <a:ext uri="{FF2B5EF4-FFF2-40B4-BE49-F238E27FC236}">
                <a16:creationId xmlns:a16="http://schemas.microsoft.com/office/drawing/2014/main" id="{810897AF-720B-46C6-266E-FCEFFE7BA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69535"/>
            <a:ext cx="1270000" cy="1270000"/>
          </a:xfrm>
          <a:prstGeom prst="rect">
            <a:avLst/>
          </a:prstGeom>
        </p:spPr>
      </p:pic>
      <p:pic>
        <p:nvPicPr>
          <p:cNvPr id="9" name="Picture 8" descr="A blue and purple squares&#10;&#10;AI-generated content may be incorrect.">
            <a:extLst>
              <a:ext uri="{FF2B5EF4-FFF2-40B4-BE49-F238E27FC236}">
                <a16:creationId xmlns:a16="http://schemas.microsoft.com/office/drawing/2014/main" id="{0CC27E18-1585-4CC0-05FB-CBA87E822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858" y="2469535"/>
            <a:ext cx="1270000" cy="1270000"/>
          </a:xfrm>
          <a:prstGeom prst="rect">
            <a:avLst/>
          </a:prstGeom>
        </p:spPr>
      </p:pic>
      <p:pic>
        <p:nvPicPr>
          <p:cNvPr id="12" name="Picture 11" descr="A blue and purple squares&#10;&#10;AI-generated content may be incorrect.">
            <a:extLst>
              <a:ext uri="{FF2B5EF4-FFF2-40B4-BE49-F238E27FC236}">
                <a16:creationId xmlns:a16="http://schemas.microsoft.com/office/drawing/2014/main" id="{E8DBF4DC-4183-BEB8-35C2-EB9A58ADE0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6333" y="2506717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squares with different shades of green and purple&#10;&#10;AI-generated content may be incorrect.">
            <a:extLst>
              <a:ext uri="{FF2B5EF4-FFF2-40B4-BE49-F238E27FC236}">
                <a16:creationId xmlns:a16="http://schemas.microsoft.com/office/drawing/2014/main" id="{7816E1C1-3D73-93D7-5535-8359DFFC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767" y="2794000"/>
            <a:ext cx="1270000" cy="1270000"/>
          </a:xfrm>
          <a:prstGeom prst="rect">
            <a:avLst/>
          </a:prstGeom>
        </p:spPr>
      </p:pic>
      <p:pic>
        <p:nvPicPr>
          <p:cNvPr id="8" name="Picture 7" descr="A colorful squares in different colors&#10;&#10;AI-generated content may be incorrect.">
            <a:extLst>
              <a:ext uri="{FF2B5EF4-FFF2-40B4-BE49-F238E27FC236}">
                <a16:creationId xmlns:a16="http://schemas.microsoft.com/office/drawing/2014/main" id="{C557DFFB-001D-400D-921A-23D4F8A6B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794000"/>
            <a:ext cx="1270000" cy="1270000"/>
          </a:xfrm>
          <a:prstGeom prst="rect">
            <a:avLst/>
          </a:prstGeom>
        </p:spPr>
      </p:pic>
      <p:pic>
        <p:nvPicPr>
          <p:cNvPr id="10" name="Picture 9" descr="A colorful squares in different colors&#10;&#10;AI-generated content may be incorrect.">
            <a:extLst>
              <a:ext uri="{FF2B5EF4-FFF2-40B4-BE49-F238E27FC236}">
                <a16:creationId xmlns:a16="http://schemas.microsoft.com/office/drawing/2014/main" id="{0E08E100-B267-DDD2-0EC8-12BF6FB93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128" y="2794000"/>
            <a:ext cx="1270000" cy="1270000"/>
          </a:xfrm>
          <a:prstGeom prst="rect">
            <a:avLst/>
          </a:prstGeom>
        </p:spPr>
      </p:pic>
      <p:pic>
        <p:nvPicPr>
          <p:cNvPr id="16" name="Picture 15" descr="A colorful squares in different colors&#10;&#10;AI-generated content may be incorrect.">
            <a:extLst>
              <a:ext uri="{FF2B5EF4-FFF2-40B4-BE49-F238E27FC236}">
                <a16:creationId xmlns:a16="http://schemas.microsoft.com/office/drawing/2014/main" id="{AD94F0B1-F5FF-A89B-0455-36C883C34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256" y="2794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rown squares&#10;&#10;AI-generated content may be incorrect.">
            <a:extLst>
              <a:ext uri="{FF2B5EF4-FFF2-40B4-BE49-F238E27FC236}">
                <a16:creationId xmlns:a16="http://schemas.microsoft.com/office/drawing/2014/main" id="{C6AD744C-C062-482B-3FFD-30128C6D4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34" y="2794000"/>
            <a:ext cx="1270000" cy="1270000"/>
          </a:xfrm>
          <a:prstGeom prst="rect">
            <a:avLst/>
          </a:prstGeom>
        </p:spPr>
      </p:pic>
      <p:pic>
        <p:nvPicPr>
          <p:cNvPr id="7" name="Picture 6" descr="A green and grey squares&#10;&#10;AI-generated content may be incorrect.">
            <a:extLst>
              <a:ext uri="{FF2B5EF4-FFF2-40B4-BE49-F238E27FC236}">
                <a16:creationId xmlns:a16="http://schemas.microsoft.com/office/drawing/2014/main" id="{86A82355-8BF7-78D9-A172-CEB5ED0A1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867" y="2794000"/>
            <a:ext cx="1270000" cy="1270000"/>
          </a:xfrm>
          <a:prstGeom prst="rect">
            <a:avLst/>
          </a:prstGeom>
        </p:spPr>
      </p:pic>
      <p:pic>
        <p:nvPicPr>
          <p:cNvPr id="9" name="Picture 8" descr="A green and grey squares&#10;&#10;AI-generated content may be incorrect.">
            <a:extLst>
              <a:ext uri="{FF2B5EF4-FFF2-40B4-BE49-F238E27FC236}">
                <a16:creationId xmlns:a16="http://schemas.microsoft.com/office/drawing/2014/main" id="{313CA023-8EB4-E84F-1834-FE84F0151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2794000"/>
            <a:ext cx="1270000" cy="1270000"/>
          </a:xfrm>
          <a:prstGeom prst="rect">
            <a:avLst/>
          </a:prstGeom>
        </p:spPr>
      </p:pic>
      <p:pic>
        <p:nvPicPr>
          <p:cNvPr id="11" name="Picture 10" descr="A close up of a pattern&#10;&#10;AI-generated content may be incorrect.">
            <a:extLst>
              <a:ext uri="{FF2B5EF4-FFF2-40B4-BE49-F238E27FC236}">
                <a16:creationId xmlns:a16="http://schemas.microsoft.com/office/drawing/2014/main" id="{3D72AA0A-1241-BDE1-7A0C-AD8E85942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4200" y="2794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26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quares in different shades&#10;&#10;AI-generated content may be incorrect.">
            <a:extLst>
              <a:ext uri="{FF2B5EF4-FFF2-40B4-BE49-F238E27FC236}">
                <a16:creationId xmlns:a16="http://schemas.microsoft.com/office/drawing/2014/main" id="{59FE2B9C-DE10-435C-6470-9F8F73267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933" y="2997200"/>
            <a:ext cx="1270000" cy="1270000"/>
          </a:xfrm>
          <a:prstGeom prst="rect">
            <a:avLst/>
          </a:prstGeom>
        </p:spPr>
      </p:pic>
      <p:pic>
        <p:nvPicPr>
          <p:cNvPr id="7" name="Picture 6" descr="A colorful squares in different colors&#10;&#10;AI-generated content may be incorrect.">
            <a:extLst>
              <a:ext uri="{FF2B5EF4-FFF2-40B4-BE49-F238E27FC236}">
                <a16:creationId xmlns:a16="http://schemas.microsoft.com/office/drawing/2014/main" id="{DCB66C01-DDF7-0248-A870-C1F199437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466" y="2997200"/>
            <a:ext cx="1270000" cy="1270000"/>
          </a:xfrm>
          <a:prstGeom prst="rect">
            <a:avLst/>
          </a:prstGeom>
        </p:spPr>
      </p:pic>
      <p:pic>
        <p:nvPicPr>
          <p:cNvPr id="9" name="Picture 8" descr="A colorful squares in different colors&#10;&#10;AI-generated content may be incorrect.">
            <a:extLst>
              <a:ext uri="{FF2B5EF4-FFF2-40B4-BE49-F238E27FC236}">
                <a16:creationId xmlns:a16="http://schemas.microsoft.com/office/drawing/2014/main" id="{DDC7208A-1A6B-B3EA-F0BD-9E8E4ED86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066" y="2997200"/>
            <a:ext cx="1270000" cy="1270000"/>
          </a:xfrm>
          <a:prstGeom prst="rect">
            <a:avLst/>
          </a:prstGeom>
        </p:spPr>
      </p:pic>
      <p:pic>
        <p:nvPicPr>
          <p:cNvPr id="15" name="Picture 14" descr="A colorful squares in different colors&#10;&#10;AI-generated content may be incorrect.">
            <a:extLst>
              <a:ext uri="{FF2B5EF4-FFF2-40B4-BE49-F238E27FC236}">
                <a16:creationId xmlns:a16="http://schemas.microsoft.com/office/drawing/2014/main" id="{F7C5A661-7D6D-216F-FE7D-E5A68588B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1934" y="29972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90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olorful squares in different shades&#10;&#10;AI-generated content may be incorrect.">
            <a:extLst>
              <a:ext uri="{FF2B5EF4-FFF2-40B4-BE49-F238E27FC236}">
                <a16:creationId xmlns:a16="http://schemas.microsoft.com/office/drawing/2014/main" id="{211484A5-A6A2-7893-0890-87DDEB536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466" y="2794000"/>
            <a:ext cx="1270000" cy="1270000"/>
          </a:xfrm>
          <a:prstGeom prst="rect">
            <a:avLst/>
          </a:prstGeom>
        </p:spPr>
      </p:pic>
      <p:pic>
        <p:nvPicPr>
          <p:cNvPr id="15" name="Picture 14" descr="A colorful squares in different shades of brown&#10;&#10;AI-generated content may be incorrect.">
            <a:extLst>
              <a:ext uri="{FF2B5EF4-FFF2-40B4-BE49-F238E27FC236}">
                <a16:creationId xmlns:a16="http://schemas.microsoft.com/office/drawing/2014/main" id="{73695E18-3A13-E769-D980-5EFA3FF14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800" y="2734733"/>
            <a:ext cx="1270000" cy="1270000"/>
          </a:xfrm>
          <a:prstGeom prst="rect">
            <a:avLst/>
          </a:prstGeom>
        </p:spPr>
      </p:pic>
      <p:pic>
        <p:nvPicPr>
          <p:cNvPr id="17" name="Picture 16" descr="A colorful squares in different shades of brown&#10;&#10;AI-generated content may be incorrect.">
            <a:extLst>
              <a:ext uri="{FF2B5EF4-FFF2-40B4-BE49-F238E27FC236}">
                <a16:creationId xmlns:a16="http://schemas.microsoft.com/office/drawing/2014/main" id="{A3C98D60-1DDA-6C78-8654-C3C51BBCD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535" y="2734733"/>
            <a:ext cx="1270000" cy="1270000"/>
          </a:xfrm>
          <a:prstGeom prst="rect">
            <a:avLst/>
          </a:prstGeom>
        </p:spPr>
      </p:pic>
      <p:pic>
        <p:nvPicPr>
          <p:cNvPr id="19" name="Picture 18" descr="A close up of a pattern&#10;&#10;AI-generated content may be incorrect.">
            <a:extLst>
              <a:ext uri="{FF2B5EF4-FFF2-40B4-BE49-F238E27FC236}">
                <a16:creationId xmlns:a16="http://schemas.microsoft.com/office/drawing/2014/main" id="{2515BE96-704E-8255-ED28-AC2D52A67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2734" y="2734733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30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green squares&#10;&#10;AI-generated content may be incorrect.">
            <a:extLst>
              <a:ext uri="{FF2B5EF4-FFF2-40B4-BE49-F238E27FC236}">
                <a16:creationId xmlns:a16="http://schemas.microsoft.com/office/drawing/2014/main" id="{EA28E2FD-261C-F0BD-A924-D9DA394F0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660" y="2794000"/>
            <a:ext cx="1270000" cy="1270000"/>
          </a:xfrm>
          <a:prstGeom prst="rect">
            <a:avLst/>
          </a:prstGeom>
        </p:spPr>
      </p:pic>
      <p:pic>
        <p:nvPicPr>
          <p:cNvPr id="9" name="Picture 8" descr="A blue and green squares&#10;&#10;AI-generated content may be incorrect.">
            <a:extLst>
              <a:ext uri="{FF2B5EF4-FFF2-40B4-BE49-F238E27FC236}">
                <a16:creationId xmlns:a16="http://schemas.microsoft.com/office/drawing/2014/main" id="{FA2F6778-B461-9A7A-2B45-BE88B0B87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914" y="2794000"/>
            <a:ext cx="1270000" cy="1270000"/>
          </a:xfrm>
          <a:prstGeom prst="rect">
            <a:avLst/>
          </a:prstGeom>
        </p:spPr>
      </p:pic>
      <p:pic>
        <p:nvPicPr>
          <p:cNvPr id="11" name="Picture 10" descr="A blue and green squares&#10;&#10;AI-generated content may be incorrect.">
            <a:extLst>
              <a:ext uri="{FF2B5EF4-FFF2-40B4-BE49-F238E27FC236}">
                <a16:creationId xmlns:a16="http://schemas.microsoft.com/office/drawing/2014/main" id="{5E1E6683-5135-3A41-9EF9-F462253EF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552" y="2794000"/>
            <a:ext cx="1270000" cy="1270000"/>
          </a:xfrm>
          <a:prstGeom prst="rect">
            <a:avLst/>
          </a:prstGeom>
        </p:spPr>
      </p:pic>
      <p:pic>
        <p:nvPicPr>
          <p:cNvPr id="13" name="Picture 12" descr="A blue and green squares&#10;&#10;AI-generated content may be incorrect.">
            <a:extLst>
              <a:ext uri="{FF2B5EF4-FFF2-40B4-BE49-F238E27FC236}">
                <a16:creationId xmlns:a16="http://schemas.microsoft.com/office/drawing/2014/main" id="{B3E558BF-884B-0A17-4154-24BC448B0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190" y="2794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64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pattern&#10;&#10;AI-generated content may be incorrect.">
            <a:extLst>
              <a:ext uri="{FF2B5EF4-FFF2-40B4-BE49-F238E27FC236}">
                <a16:creationId xmlns:a16="http://schemas.microsoft.com/office/drawing/2014/main" id="{29EDFD89-B26D-5AE3-FF75-6325392F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587" y="3065462"/>
            <a:ext cx="1270000" cy="1270000"/>
          </a:xfrm>
          <a:prstGeom prst="rect">
            <a:avLst/>
          </a:prstGeom>
        </p:spPr>
      </p:pic>
      <p:pic>
        <p:nvPicPr>
          <p:cNvPr id="13" name="Picture 12" descr="A close up of a pattern&#10;&#10;AI-generated content may be incorrect.">
            <a:extLst>
              <a:ext uri="{FF2B5EF4-FFF2-40B4-BE49-F238E27FC236}">
                <a16:creationId xmlns:a16="http://schemas.microsoft.com/office/drawing/2014/main" id="{DE5F1599-A563-622D-81D8-E47E5B411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674" y="3065462"/>
            <a:ext cx="1270000" cy="1270000"/>
          </a:xfrm>
          <a:prstGeom prst="rect">
            <a:avLst/>
          </a:prstGeom>
        </p:spPr>
      </p:pic>
      <p:pic>
        <p:nvPicPr>
          <p:cNvPr id="17" name="Picture 16" descr="A close up of a pattern&#10;&#10;AI-generated content may be incorrect.">
            <a:extLst>
              <a:ext uri="{FF2B5EF4-FFF2-40B4-BE49-F238E27FC236}">
                <a16:creationId xmlns:a16="http://schemas.microsoft.com/office/drawing/2014/main" id="{68C69A17-1A3C-44C5-56E4-22A72172C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537" y="3065462"/>
            <a:ext cx="1270000" cy="1270000"/>
          </a:xfrm>
          <a:prstGeom prst="rect">
            <a:avLst/>
          </a:prstGeom>
        </p:spPr>
      </p:pic>
      <p:pic>
        <p:nvPicPr>
          <p:cNvPr id="19" name="Picture 18" descr="A close up of a pattern&#10;&#10;AI-generated content may be incorrect.">
            <a:extLst>
              <a:ext uri="{FF2B5EF4-FFF2-40B4-BE49-F238E27FC236}">
                <a16:creationId xmlns:a16="http://schemas.microsoft.com/office/drawing/2014/main" id="{37698E42-30B6-64A1-AAE5-E70FF42391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761" y="3065462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9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2632</TotalTime>
  <Words>860</Words>
  <Application>Microsoft Macintosh PowerPoint</Application>
  <PresentationFormat>Widescreen</PresentationFormat>
  <Paragraphs>98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Colors v2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Mueller, Melina O</dc:creator>
  <cp:lastModifiedBy>Mueller, Melina O</cp:lastModifiedBy>
  <cp:revision>2</cp:revision>
  <dcterms:created xsi:type="dcterms:W3CDTF">2026-03-10T17:44:56Z</dcterms:created>
  <dcterms:modified xsi:type="dcterms:W3CDTF">2026-03-12T13:37:49Z</dcterms:modified>
</cp:coreProperties>
</file>